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maps.google.com/?q=19.18,77.3" TargetMode="External"/><Relationship Id="rId6" Type="http://schemas.openxmlformats.org/officeDocument/2006/relationships/hyperlink" Target="https://maps.google.com/?q=19.19,77.3" TargetMode="External"/><Relationship Id="rId8" Type="http://schemas.openxmlformats.org/officeDocument/2006/relationships/hyperlink" Target="https://maps.google.com/?q=19.2,77.3" TargetMode="External"/><Relationship Id="rId10" Type="http://schemas.openxmlformats.org/officeDocument/2006/relationships/hyperlink" Target="https://maps.google.com/?q=19.21,77.3" TargetMode="Externa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5" Type="http://schemas.openxmlformats.org/officeDocument/2006/relationships/image" Target="../media/image-8-4.jpeg"/><Relationship Id="rId7" Type="http://schemas.openxmlformats.org/officeDocument/2006/relationships/image" Target="../media/image-8-5.jpeg"/><Relationship Id="rId9" Type="http://schemas.openxmlformats.org/officeDocument/2006/relationships/image" Target="../media/image-8-6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maps.google.com/?q=19.22,77.3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0"/>
            <a:ext cx="1019556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578608"/>
            <a:ext cx="5029200" cy="15453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301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</a:rPr>
              <a:t>Date : 15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16" y="10058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33472" y="27432"/>
            <a:ext cx="6556248" cy="822960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101600" tIns="127000" rIns="127000" bIns="508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 Sheet (15 August 2026)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1463040"/>
          <a:ext cx="12191695" cy="914400"/>
        </p:xfrm>
        <a:graphic>
          <a:graphicData uri="http://schemas.openxmlformats.org/drawingml/2006/table">
            <a:tbl>
              <a:tblPr/>
              <a:tblGrid>
                <a:gridCol w="372550"/>
                <a:gridCol w="931375"/>
                <a:gridCol w="931375"/>
                <a:gridCol w="353922"/>
                <a:gridCol w="391177"/>
                <a:gridCol w="884806"/>
                <a:gridCol w="391177"/>
                <a:gridCol w="465687"/>
                <a:gridCol w="419119"/>
                <a:gridCol w="419119"/>
                <a:gridCol w="298040"/>
                <a:gridCol w="465687"/>
                <a:gridCol w="419119"/>
                <a:gridCol w="419119"/>
                <a:gridCol w="353922"/>
                <a:gridCol w="447060"/>
                <a:gridCol w="353922"/>
                <a:gridCol w="512256"/>
                <a:gridCol w="335295"/>
                <a:gridCol w="484315"/>
                <a:gridCol w="447060"/>
                <a:gridCol w="447060"/>
                <a:gridCol w="391177"/>
                <a:gridCol w="484315"/>
                <a:gridCol w="353922"/>
                <a:gridCol w="419119"/>
              </a:tblGrid>
              <a:tr h="192024">
                <a:tc gridSpan="2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Activity Sheet Summary (15 Aug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Rides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1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Sr.No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Team Member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/Mela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Canopy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Canopy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(Activity)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Rate Per Canopy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Stock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Punched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Shreeji Motors Private Limited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Vadodara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Soyeb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Seth Brother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Ashoknagar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Galaxy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 Kamble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(3)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16" y="10058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33472" y="27432"/>
            <a:ext cx="6556248" cy="822960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101600" tIns="127000" rIns="127000" bIns="508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Report (15 August 2026)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1499616"/>
          <a:ext cx="12191695" cy="914400"/>
        </p:xfrm>
        <a:graphic>
          <a:graphicData uri="http://schemas.openxmlformats.org/drawingml/2006/table">
            <a:tbl>
              <a:tblPr/>
              <a:tblGrid>
                <a:gridCol w="906446"/>
                <a:gridCol w="498545"/>
                <a:gridCol w="498545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543867"/>
                <a:gridCol w="543867"/>
                <a:gridCol w="525739"/>
                <a:gridCol w="525739"/>
                <a:gridCol w="471352"/>
                <a:gridCol w="471352"/>
                <a:gridCol w="498545"/>
                <a:gridCol w="498545"/>
                <a:gridCol w="498545"/>
              </a:tblGrid>
              <a:tr h="192024">
                <a:tc gridSpan="2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Statewise Planned leads vs Actual till 15 Aug 2026 EoD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Month Targets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Leads Received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Variance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Achievement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Achievement % MTD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26 Retail Targets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 Targets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 Achieved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 Achievement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Retails/ Enquiries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9202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-1281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Gujarat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-2562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Shreeji Motors Private Limited, Vadodara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2130552" y="73152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Road Show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8088" y="1097280"/>
          <a:ext cx="9875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48640"/>
                <a:gridCol w="640080"/>
                <a:gridCol w="594360"/>
                <a:gridCol w="594360"/>
                <a:gridCol w="594360"/>
                <a:gridCol w="548640"/>
                <a:gridCol w="502920"/>
                <a:gridCol w="777240"/>
                <a:gridCol w="640080"/>
                <a:gridCol w="594360"/>
                <a:gridCol w="548640"/>
                <a:gridCol w="594360"/>
                <a:gridCol w="594360"/>
                <a:gridCol w="640080"/>
              </a:tblGrid>
              <a:tr h="201168"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SHREEJI MOTORS PRIVATE LIMITED VADODARA (GJ)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- Soyeb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Per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Seth Brother, Ashoknagar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2130552" y="73152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Canopy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8088" y="1097280"/>
          <a:ext cx="9875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48640"/>
                <a:gridCol w="640080"/>
                <a:gridCol w="594360"/>
                <a:gridCol w="594360"/>
                <a:gridCol w="594360"/>
                <a:gridCol w="548640"/>
                <a:gridCol w="502920"/>
                <a:gridCol w="777240"/>
                <a:gridCol w="640080"/>
                <a:gridCol w="594360"/>
                <a:gridCol w="548640"/>
                <a:gridCol w="594360"/>
                <a:gridCol w="594360"/>
                <a:gridCol w="640080"/>
              </a:tblGrid>
              <a:tr h="201168"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SETH BROTHER ASHOKNAGAR (MP)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- Aditya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Per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Seth Brother, Ashoknagar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74320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05:30 am  ·  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No GPS</a:t>
            </a:r>
            <a:endParaRPr lang="en-US" sz="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938" y="2171700"/>
            <a:ext cx="2743200" cy="2057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40938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06:30 am  ·  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No GPS</a:t>
            </a:r>
            <a:endParaRPr lang="en-US" sz="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557" y="1371600"/>
            <a:ext cx="2743200" cy="3657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207557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07:30 am  ·  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No GPS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Galaxy, Nanded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2130552" y="73152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Canopy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8088" y="1097280"/>
          <a:ext cx="9875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48640"/>
                <a:gridCol w="640080"/>
                <a:gridCol w="594360"/>
                <a:gridCol w="594360"/>
                <a:gridCol w="594360"/>
                <a:gridCol w="548640"/>
                <a:gridCol w="502920"/>
                <a:gridCol w="777240"/>
                <a:gridCol w="640080"/>
                <a:gridCol w="594360"/>
                <a:gridCol w="548640"/>
                <a:gridCol w="594360"/>
                <a:gridCol w="594360"/>
                <a:gridCol w="640080"/>
              </a:tblGrid>
              <a:tr h="201168"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GALAXY NANDED (MH)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- Om Kamble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Per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Galaxy, Nanded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74320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05:30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19.18000, 77.30000</a:t>
            </a:r>
            <a:endParaRPr lang="en-US" sz="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938" y="2171700"/>
            <a:ext cx="2743200" cy="2057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40938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06:30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19.19000, 77.30000</a:t>
            </a:r>
            <a:endParaRPr lang="en-US" sz="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557" y="1371600"/>
            <a:ext cx="2743200" cy="3657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207557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07:30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19.20000, 77.30000</a:t>
            </a:r>
            <a:endParaRPr lang="en-US" sz="8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4175" y="1371600"/>
            <a:ext cx="2743200" cy="3657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174175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08:30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19.21000, 77.30000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Galaxy, Nanded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74320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09:30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19.22000, 77.30000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28600"/>
            <a:ext cx="48737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7552" y="45720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#Electricvehicles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BGauss Auto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BTL Daily Report 15 August 2026</dc:title>
  <dc:subject>PptxGenJS Presentation</dc:subject>
  <dc:creator>PptxGenJS</dc:creator>
  <cp:lastModifiedBy>PptxGenJS</cp:lastModifiedBy>
  <cp:revision>1</cp:revision>
  <dcterms:created xsi:type="dcterms:W3CDTF">2026-10-26T16:06:13Z</dcterms:created>
  <dcterms:modified xsi:type="dcterms:W3CDTF">2026-10-26T16:06:13Z</dcterms:modified>
</cp:coreProperties>
</file>